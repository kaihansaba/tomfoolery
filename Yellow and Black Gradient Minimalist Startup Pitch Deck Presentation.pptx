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" charset="1" panose="00000500000000000000"/>
      <p:regular r:id="rId20"/>
    </p:embeddedFont>
    <p:embeddedFont>
      <p:font typeface="Montserrat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2" Target="../media/image4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1.png" Type="http://schemas.openxmlformats.org/officeDocument/2006/relationships/image"/><Relationship Id="rId2" Target="../media/image4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jpeg" Type="http://schemas.openxmlformats.org/officeDocument/2006/relationships/image"/><Relationship Id="rId7" Target="../media/image3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https://tomfoolery-1jyk.onrender.com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2" Target="../media/image4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3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jpe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26000">
            <a:off x="-917503" y="-1911583"/>
            <a:ext cx="20123007" cy="14110167"/>
          </a:xfrm>
          <a:custGeom>
            <a:avLst/>
            <a:gdLst/>
            <a:ahLst/>
            <a:cxnLst/>
            <a:rect r="r" b="b" t="t" l="l"/>
            <a:pathLst>
              <a:path h="14110167" w="20123007">
                <a:moveTo>
                  <a:pt x="20123006" y="10027368"/>
                </a:moveTo>
                <a:lnTo>
                  <a:pt x="2296574" y="14110166"/>
                </a:lnTo>
                <a:lnTo>
                  <a:pt x="0" y="4082798"/>
                </a:lnTo>
                <a:lnTo>
                  <a:pt x="17826432" y="0"/>
                </a:lnTo>
                <a:lnTo>
                  <a:pt x="20123006" y="10027368"/>
                </a:lnTo>
                <a:close/>
              </a:path>
            </a:pathLst>
          </a:custGeom>
          <a:blipFill>
            <a:blip r:embed="rId2"/>
            <a:stretch>
              <a:fillRect l="-33371" t="-30256" r="-30532" b="-2547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963636" y="8037160"/>
            <a:ext cx="295664" cy="259194"/>
            <a:chOff x="0" y="0"/>
            <a:chExt cx="77870" cy="68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870" cy="68265"/>
            </a:xfrm>
            <a:custGeom>
              <a:avLst/>
              <a:gdLst/>
              <a:ahLst/>
              <a:cxnLst/>
              <a:rect r="r" b="b" t="t" l="l"/>
              <a:pathLst>
                <a:path h="68265" w="77870">
                  <a:moveTo>
                    <a:pt x="0" y="0"/>
                  </a:moveTo>
                  <a:lnTo>
                    <a:pt x="77870" y="0"/>
                  </a:lnTo>
                  <a:lnTo>
                    <a:pt x="77870" y="68265"/>
                  </a:lnTo>
                  <a:lnTo>
                    <a:pt x="0" y="682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77870" cy="96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6454" y="1009614"/>
            <a:ext cx="8293098" cy="385605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85942" y="3534763"/>
            <a:ext cx="10969240" cy="4302076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>
            <a:off x="-340430" y="5685801"/>
            <a:ext cx="7837806" cy="7652"/>
          </a:xfrm>
          <a:prstGeom prst="line">
            <a:avLst/>
          </a:prstGeom>
          <a:ln cap="flat" w="438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284772" y="2843277"/>
            <a:ext cx="4571760" cy="0"/>
          </a:xfrm>
          <a:prstGeom prst="line">
            <a:avLst/>
          </a:prstGeom>
          <a:ln cap="flat" w="5429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V="true">
            <a:off x="9460316" y="2843277"/>
            <a:ext cx="1914859" cy="1685024"/>
          </a:xfrm>
          <a:prstGeom prst="line">
            <a:avLst/>
          </a:prstGeom>
          <a:ln cap="flat" w="5429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56651" y="7503797"/>
            <a:ext cx="4257280" cy="66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sz="38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Presented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3616" y="8220154"/>
            <a:ext cx="3587858" cy="69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6"/>
              </a:lnSpc>
              <a:spcBef>
                <a:spcPct val="0"/>
              </a:spcBef>
            </a:pPr>
            <a:r>
              <a:rPr lang="en-US" b="true" sz="409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Perchance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80" t="-50955" r="-178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5400000">
            <a:off x="14926268" y="540216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98562" y="8595340"/>
            <a:ext cx="9090876" cy="66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Traffic simulator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3265" y="1303935"/>
            <a:ext cx="9906226" cy="28625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80" t="-50955" r="-178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468784" y="4899595"/>
            <a:ext cx="4257280" cy="134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</a:pPr>
            <a:r>
              <a:rPr lang="en-US" sz="38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Fully interactive</a:t>
            </a:r>
          </a:p>
          <a:p>
            <a:pPr algn="ctr">
              <a:lnSpc>
                <a:spcPts val="5456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28210" y="5968925"/>
            <a:ext cx="2338428" cy="2326736"/>
          </a:xfrm>
          <a:custGeom>
            <a:avLst/>
            <a:gdLst/>
            <a:ahLst/>
            <a:cxnLst/>
            <a:rect r="r" b="b" t="t" l="l"/>
            <a:pathLst>
              <a:path h="2326736" w="2338428">
                <a:moveTo>
                  <a:pt x="0" y="0"/>
                </a:moveTo>
                <a:lnTo>
                  <a:pt x="2338429" y="0"/>
                </a:lnTo>
                <a:lnTo>
                  <a:pt x="2338429" y="2326736"/>
                </a:lnTo>
                <a:lnTo>
                  <a:pt x="0" y="23267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54082" y="5909604"/>
            <a:ext cx="2445378" cy="2445378"/>
          </a:xfrm>
          <a:custGeom>
            <a:avLst/>
            <a:gdLst/>
            <a:ahLst/>
            <a:cxnLst/>
            <a:rect r="r" b="b" t="t" l="l"/>
            <a:pathLst>
              <a:path h="2445378" w="2445378">
                <a:moveTo>
                  <a:pt x="0" y="0"/>
                </a:moveTo>
                <a:lnTo>
                  <a:pt x="2445378" y="0"/>
                </a:lnTo>
                <a:lnTo>
                  <a:pt x="2445378" y="2445378"/>
                </a:lnTo>
                <a:lnTo>
                  <a:pt x="0" y="2445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64924" y="5800738"/>
            <a:ext cx="2596435" cy="2554243"/>
          </a:xfrm>
          <a:custGeom>
            <a:avLst/>
            <a:gdLst/>
            <a:ahLst/>
            <a:cxnLst/>
            <a:rect r="r" b="b" t="t" l="l"/>
            <a:pathLst>
              <a:path h="2554243" w="2596435">
                <a:moveTo>
                  <a:pt x="0" y="0"/>
                </a:moveTo>
                <a:lnTo>
                  <a:pt x="2596435" y="0"/>
                </a:lnTo>
                <a:lnTo>
                  <a:pt x="2596435" y="2554244"/>
                </a:lnTo>
                <a:lnTo>
                  <a:pt x="0" y="25542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69381" y="4899595"/>
            <a:ext cx="4987521" cy="66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sz="38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our builders</a:t>
            </a:r>
          </a:p>
        </p:txBody>
      </p:sp>
      <p:sp>
        <p:nvSpPr>
          <p:cNvPr name="TextBox 14" id="14"/>
          <p:cNvSpPr txBox="true"/>
          <p:nvPr/>
        </p:nvSpPr>
        <p:spPr>
          <a:xfrm rot="5400000">
            <a:off x="14926268" y="540216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51863" y="4899595"/>
            <a:ext cx="4449817" cy="66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sz="38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Real-time visuals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3265" y="1303935"/>
            <a:ext cx="9906226" cy="2862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05" t="0" r="0" b="-40836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9408" y="3146033"/>
            <a:ext cx="14849184" cy="3994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80" t="-50955" r="-178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957150" y="5846099"/>
            <a:ext cx="2699721" cy="1629956"/>
          </a:xfrm>
          <a:custGeom>
            <a:avLst/>
            <a:gdLst/>
            <a:ahLst/>
            <a:cxnLst/>
            <a:rect r="r" b="b" t="t" l="l"/>
            <a:pathLst>
              <a:path h="1629956" w="2699721">
                <a:moveTo>
                  <a:pt x="0" y="0"/>
                </a:moveTo>
                <a:lnTo>
                  <a:pt x="2699721" y="0"/>
                </a:lnTo>
                <a:lnTo>
                  <a:pt x="2699721" y="1629957"/>
                </a:lnTo>
                <a:lnTo>
                  <a:pt x="0" y="16299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45902" y="5604688"/>
            <a:ext cx="2187763" cy="1925231"/>
          </a:xfrm>
          <a:custGeom>
            <a:avLst/>
            <a:gdLst/>
            <a:ahLst/>
            <a:cxnLst/>
            <a:rect r="r" b="b" t="t" l="l"/>
            <a:pathLst>
              <a:path h="1925231" w="2187763">
                <a:moveTo>
                  <a:pt x="0" y="0"/>
                </a:moveTo>
                <a:lnTo>
                  <a:pt x="2187763" y="0"/>
                </a:lnTo>
                <a:lnTo>
                  <a:pt x="2187763" y="1925232"/>
                </a:lnTo>
                <a:lnTo>
                  <a:pt x="0" y="19252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79168" y="5409932"/>
            <a:ext cx="1895028" cy="2021364"/>
          </a:xfrm>
          <a:custGeom>
            <a:avLst/>
            <a:gdLst/>
            <a:ahLst/>
            <a:cxnLst/>
            <a:rect r="r" b="b" t="t" l="l"/>
            <a:pathLst>
              <a:path h="2021364" w="1895028">
                <a:moveTo>
                  <a:pt x="0" y="0"/>
                </a:moveTo>
                <a:lnTo>
                  <a:pt x="1895028" y="0"/>
                </a:lnTo>
                <a:lnTo>
                  <a:pt x="1895028" y="2021364"/>
                </a:lnTo>
                <a:lnTo>
                  <a:pt x="0" y="20213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87635" y="5528227"/>
            <a:ext cx="1935282" cy="2078155"/>
          </a:xfrm>
          <a:custGeom>
            <a:avLst/>
            <a:gdLst/>
            <a:ahLst/>
            <a:cxnLst/>
            <a:rect r="r" b="b" t="t" l="l"/>
            <a:pathLst>
              <a:path h="2078155" w="1935282">
                <a:moveTo>
                  <a:pt x="0" y="0"/>
                </a:moveTo>
                <a:lnTo>
                  <a:pt x="1935282" y="0"/>
                </a:lnTo>
                <a:lnTo>
                  <a:pt x="1935282" y="2078155"/>
                </a:lnTo>
                <a:lnTo>
                  <a:pt x="0" y="20781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56861" y="3110231"/>
            <a:ext cx="4257280" cy="66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IDM + MOBIL</a:t>
            </a:r>
          </a:p>
        </p:txBody>
      </p:sp>
      <p:sp>
        <p:nvSpPr>
          <p:cNvPr name="TextBox 14" id="14"/>
          <p:cNvSpPr txBox="true"/>
          <p:nvPr/>
        </p:nvSpPr>
        <p:spPr>
          <a:xfrm rot="5400000">
            <a:off x="14926268" y="540216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03500" y="4318932"/>
            <a:ext cx="8825315" cy="66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sz="38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Vehicle Behaviour Simulation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58022" y="7783136"/>
            <a:ext cx="289797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Lane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22775" y="7783136"/>
            <a:ext cx="320266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Acceleration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6158" y="7783136"/>
            <a:ext cx="402104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Vehicle recognition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44752" y="7871142"/>
            <a:ext cx="402104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Obstacle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recognition 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5930" y="1176600"/>
            <a:ext cx="11434244" cy="28567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80" t="-50955" r="-178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5400000">
            <a:off x="14926268" y="540216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9422" y="5863775"/>
            <a:ext cx="2699721" cy="1629956"/>
          </a:xfrm>
          <a:custGeom>
            <a:avLst/>
            <a:gdLst/>
            <a:ahLst/>
            <a:cxnLst/>
            <a:rect r="r" b="b" t="t" l="l"/>
            <a:pathLst>
              <a:path h="1629956" w="2699721">
                <a:moveTo>
                  <a:pt x="0" y="0"/>
                </a:moveTo>
                <a:lnTo>
                  <a:pt x="2699721" y="0"/>
                </a:lnTo>
                <a:lnTo>
                  <a:pt x="2699721" y="1629957"/>
                </a:lnTo>
                <a:lnTo>
                  <a:pt x="0" y="16299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48174" y="5622364"/>
            <a:ext cx="2187763" cy="1925231"/>
          </a:xfrm>
          <a:custGeom>
            <a:avLst/>
            <a:gdLst/>
            <a:ahLst/>
            <a:cxnLst/>
            <a:rect r="r" b="b" t="t" l="l"/>
            <a:pathLst>
              <a:path h="1925231" w="2187763">
                <a:moveTo>
                  <a:pt x="0" y="0"/>
                </a:moveTo>
                <a:lnTo>
                  <a:pt x="2187763" y="0"/>
                </a:lnTo>
                <a:lnTo>
                  <a:pt x="2187763" y="1925231"/>
                </a:lnTo>
                <a:lnTo>
                  <a:pt x="0" y="1925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03500" y="4318932"/>
            <a:ext cx="8825315" cy="66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sz="38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Traffic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0294" y="7800812"/>
            <a:ext cx="289797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Highlighted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Congestions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5046" y="7800812"/>
            <a:ext cx="320266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Flow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density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3722" y="3110231"/>
            <a:ext cx="4257280" cy="66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Heat map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3259" y="1143929"/>
            <a:ext cx="11826305" cy="29168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80" t="-50955" r="-178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9523" y="907392"/>
            <a:ext cx="14391133" cy="36185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flipH="true">
            <a:off x="8920725" y="4065179"/>
            <a:ext cx="0" cy="4899751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49572" y="3817707"/>
            <a:ext cx="7256778" cy="4221026"/>
          </a:xfrm>
          <a:custGeom>
            <a:avLst/>
            <a:gdLst/>
            <a:ahLst/>
            <a:cxnLst/>
            <a:rect r="r" b="b" t="t" l="l"/>
            <a:pathLst>
              <a:path h="4221026" w="7256778">
                <a:moveTo>
                  <a:pt x="0" y="0"/>
                </a:moveTo>
                <a:lnTo>
                  <a:pt x="7256778" y="0"/>
                </a:lnTo>
                <a:lnTo>
                  <a:pt x="7256778" y="4221026"/>
                </a:lnTo>
                <a:lnTo>
                  <a:pt x="0" y="4221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51630" y="3817707"/>
            <a:ext cx="6966173" cy="4069406"/>
          </a:xfrm>
          <a:custGeom>
            <a:avLst/>
            <a:gdLst/>
            <a:ahLst/>
            <a:cxnLst/>
            <a:rect r="r" b="b" t="t" l="l"/>
            <a:pathLst>
              <a:path h="4069406" w="6966173">
                <a:moveTo>
                  <a:pt x="0" y="0"/>
                </a:moveTo>
                <a:lnTo>
                  <a:pt x="6966173" y="0"/>
                </a:lnTo>
                <a:lnTo>
                  <a:pt x="6966173" y="4069406"/>
                </a:lnTo>
                <a:lnTo>
                  <a:pt x="0" y="40694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5400000">
            <a:off x="14926268" y="540216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8784" y="8301990"/>
            <a:ext cx="6460797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Load </a:t>
            </a:r>
            <a:r>
              <a:rPr lang="en-US" b="true" sz="3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</a:t>
            </a: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city instantly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77660" y="8301990"/>
            <a:ext cx="6460797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High-precision map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05" t="0" r="0" b="-40836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9408" y="3264788"/>
            <a:ext cx="14849184" cy="3757423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645936" y="5950608"/>
            <a:ext cx="4043180" cy="69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1"/>
              </a:lnSpc>
              <a:spcBef>
                <a:spcPct val="0"/>
              </a:spcBef>
            </a:pPr>
            <a:r>
              <a:rPr lang="en-US" sz="4079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 tooltip="https://tomfoolery-1jyk.onrender.com"/>
              </a:rPr>
              <a:t>Live Demo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05" t="0" r="0" b="-40836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5845" y="3317634"/>
            <a:ext cx="14856308" cy="3651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80" t="-50955" r="-178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4516" y="1549188"/>
            <a:ext cx="6651216" cy="2097920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2396608" y="4334336"/>
            <a:ext cx="3687033" cy="3820760"/>
          </a:xfrm>
          <a:custGeom>
            <a:avLst/>
            <a:gdLst/>
            <a:ahLst/>
            <a:cxnLst/>
            <a:rect r="r" b="b" t="t" l="l"/>
            <a:pathLst>
              <a:path h="3820760" w="3687033">
                <a:moveTo>
                  <a:pt x="0" y="0"/>
                </a:moveTo>
                <a:lnTo>
                  <a:pt x="3687033" y="0"/>
                </a:lnTo>
                <a:lnTo>
                  <a:pt x="3687033" y="3820760"/>
                </a:lnTo>
                <a:lnTo>
                  <a:pt x="0" y="3820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7300420" y="6278052"/>
            <a:ext cx="3687160" cy="33338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11563590" y="4544459"/>
            <a:ext cx="2815740" cy="69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1"/>
              </a:lnSpc>
              <a:spcBef>
                <a:spcPct val="0"/>
              </a:spcBef>
            </a:pPr>
            <a:r>
              <a:rPr lang="en-US" sz="40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771022" y="4283248"/>
            <a:ext cx="1212579" cy="1067069"/>
          </a:xfrm>
          <a:custGeom>
            <a:avLst/>
            <a:gdLst/>
            <a:ahLst/>
            <a:cxnLst/>
            <a:rect r="r" b="b" t="t" l="l"/>
            <a:pathLst>
              <a:path h="1067069" w="1212579">
                <a:moveTo>
                  <a:pt x="0" y="0"/>
                </a:moveTo>
                <a:lnTo>
                  <a:pt x="1212579" y="0"/>
                </a:lnTo>
                <a:lnTo>
                  <a:pt x="1212579" y="1067069"/>
                </a:lnTo>
                <a:lnTo>
                  <a:pt x="0" y="1067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84848" y="5712267"/>
            <a:ext cx="1328879" cy="1328879"/>
          </a:xfrm>
          <a:custGeom>
            <a:avLst/>
            <a:gdLst/>
            <a:ahLst/>
            <a:cxnLst/>
            <a:rect r="r" b="b" t="t" l="l"/>
            <a:pathLst>
              <a:path h="1328879" w="1328879">
                <a:moveTo>
                  <a:pt x="0" y="0"/>
                </a:moveTo>
                <a:lnTo>
                  <a:pt x="1328879" y="0"/>
                </a:lnTo>
                <a:lnTo>
                  <a:pt x="1328879" y="1328880"/>
                </a:lnTo>
                <a:lnTo>
                  <a:pt x="0" y="1328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27890" y="7387702"/>
            <a:ext cx="1596714" cy="1259408"/>
          </a:xfrm>
          <a:custGeom>
            <a:avLst/>
            <a:gdLst/>
            <a:ahLst/>
            <a:cxnLst/>
            <a:rect r="r" b="b" t="t" l="l"/>
            <a:pathLst>
              <a:path h="1259408" w="1596714">
                <a:moveTo>
                  <a:pt x="0" y="0"/>
                </a:moveTo>
                <a:lnTo>
                  <a:pt x="1596714" y="0"/>
                </a:lnTo>
                <a:lnTo>
                  <a:pt x="1596714" y="1259408"/>
                </a:lnTo>
                <a:lnTo>
                  <a:pt x="0" y="12594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0648" y="8302792"/>
            <a:ext cx="6758953" cy="6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1"/>
              </a:lnSpc>
              <a:spcBef>
                <a:spcPct val="0"/>
              </a:spcBef>
            </a:pPr>
            <a:r>
              <a:rPr lang="en-US" b="true" sz="40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Growing</a:t>
            </a:r>
            <a:r>
              <a:rPr lang="en-US" sz="40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City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00347" y="2881929"/>
            <a:ext cx="6758953" cy="69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1"/>
              </a:lnSpc>
              <a:spcBef>
                <a:spcPct val="0"/>
              </a:spcBef>
            </a:pPr>
            <a:r>
              <a:rPr lang="en-US" b="true" sz="40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01224" y="6145440"/>
            <a:ext cx="2815740" cy="69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1"/>
              </a:lnSpc>
              <a:spcBef>
                <a:spcPct val="0"/>
              </a:spcBef>
            </a:pPr>
            <a:r>
              <a:rPr lang="en-US" sz="40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Scalable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50136" y="7800368"/>
            <a:ext cx="3641773" cy="69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1"/>
              </a:lnSpc>
              <a:spcBef>
                <a:spcPct val="0"/>
              </a:spcBef>
            </a:pPr>
            <a:r>
              <a:rPr lang="en-US" sz="40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Data-driven</a:t>
            </a:r>
          </a:p>
        </p:txBody>
      </p:sp>
      <p:sp>
        <p:nvSpPr>
          <p:cNvPr name="TextBox 20" id="20"/>
          <p:cNvSpPr txBox="true"/>
          <p:nvPr/>
        </p:nvSpPr>
        <p:spPr>
          <a:xfrm rot="5400000">
            <a:off x="14926268" y="540216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05" t="0" r="0" b="-40836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759211" y="3956137"/>
            <a:ext cx="4422637" cy="2374727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39819" y="3813105"/>
            <a:ext cx="3341231" cy="155357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978250" y="4830469"/>
            <a:ext cx="4419430" cy="1733276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>
            <a:off x="7510892" y="5697107"/>
            <a:ext cx="1915148" cy="3083"/>
          </a:xfrm>
          <a:prstGeom prst="line">
            <a:avLst/>
          </a:prstGeom>
          <a:ln cap="flat" w="1809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951955" y="4551874"/>
            <a:ext cx="1841930" cy="0"/>
          </a:xfrm>
          <a:prstGeom prst="line">
            <a:avLst/>
          </a:prstGeom>
          <a:ln cap="flat" w="2095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10216894" y="4551874"/>
            <a:ext cx="771483" cy="678884"/>
          </a:xfrm>
          <a:prstGeom prst="line">
            <a:avLst/>
          </a:prstGeom>
          <a:ln cap="flat" w="2095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283150" y="4173487"/>
            <a:ext cx="1440059" cy="1814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80" t="-50955" r="-1786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9367" y="1215686"/>
            <a:ext cx="3111992" cy="144698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67945" y="2163250"/>
            <a:ext cx="4116217" cy="1614357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>
            <a:off x="1301260" y="2970429"/>
            <a:ext cx="1783752" cy="2871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4506235" y="1903769"/>
            <a:ext cx="1715557" cy="0"/>
          </a:xfrm>
          <a:prstGeom prst="line">
            <a:avLst/>
          </a:prstGeom>
          <a:ln cap="flat" w="2000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3821606" y="1903769"/>
            <a:ext cx="718553" cy="632307"/>
          </a:xfrm>
          <a:prstGeom prst="line">
            <a:avLst/>
          </a:prstGeom>
          <a:ln cap="flat" w="200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518314" y="1903769"/>
            <a:ext cx="3694966" cy="7179926"/>
          </a:xfrm>
          <a:custGeom>
            <a:avLst/>
            <a:gdLst/>
            <a:ahLst/>
            <a:cxnLst/>
            <a:rect r="r" b="b" t="t" l="l"/>
            <a:pathLst>
              <a:path h="7179926" w="3694966">
                <a:moveTo>
                  <a:pt x="0" y="0"/>
                </a:moveTo>
                <a:lnTo>
                  <a:pt x="3694965" y="0"/>
                </a:lnTo>
                <a:lnTo>
                  <a:pt x="3694965" y="7179927"/>
                </a:lnTo>
                <a:lnTo>
                  <a:pt x="0" y="71799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3263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5400000">
            <a:off x="14926268" y="540216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1260" y="4311521"/>
            <a:ext cx="5887641" cy="426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42010" indent="-421005" lvl="1">
              <a:lnSpc>
                <a:spcPts val="6864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WELL-ROUNDED</a:t>
            </a:r>
          </a:p>
          <a:p>
            <a:pPr algn="ctr" marL="842010" indent="-421005" lvl="1">
              <a:lnSpc>
                <a:spcPts val="6864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TECHNICALLY DEEP</a:t>
            </a:r>
          </a:p>
          <a:p>
            <a:pPr algn="ctr" marL="842010" indent="-421005" lvl="1">
              <a:lnSpc>
                <a:spcPts val="6864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SCALABLE </a:t>
            </a:r>
          </a:p>
          <a:p>
            <a:pPr algn="ctr" marL="842010" indent="-421005" lvl="1">
              <a:lnSpc>
                <a:spcPts val="6864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PRACTICAL </a:t>
            </a:r>
          </a:p>
          <a:p>
            <a:pPr algn="ctr" marL="842010" indent="-421005" lvl="1">
              <a:lnSpc>
                <a:spcPts val="6864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 TO USE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905" t="0" r="0" b="-40836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98216" y="2742699"/>
            <a:ext cx="6029509" cy="2803548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76724" y="4578612"/>
            <a:ext cx="7975201" cy="312783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>
            <a:off x="4428761" y="6142527"/>
            <a:ext cx="3456032" cy="5563"/>
          </a:xfrm>
          <a:prstGeom prst="line">
            <a:avLst/>
          </a:prstGeom>
          <a:ln cap="flat" w="3238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638426" y="4075866"/>
            <a:ext cx="3323904" cy="0"/>
          </a:xfrm>
          <a:prstGeom prst="line">
            <a:avLst/>
          </a:prstGeom>
          <a:ln cap="flat" w="3905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 flipV="true">
            <a:off x="9311952" y="4075866"/>
            <a:ext cx="1392201" cy="1225099"/>
          </a:xfrm>
          <a:prstGeom prst="line">
            <a:avLst/>
          </a:prstGeom>
          <a:ln cap="flat" w="390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1499" y="4991334"/>
            <a:ext cx="12054587" cy="5103726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1028700" y="1104033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65104" y="1388410"/>
            <a:ext cx="1039308" cy="483248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99170" y="1704867"/>
            <a:ext cx="1374688" cy="539145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>
            <a:off x="15542739" y="1974439"/>
            <a:ext cx="595717" cy="959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6613101" y="1618208"/>
            <a:ext cx="572942" cy="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16384456" y="1618208"/>
            <a:ext cx="239974" cy="211171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857612" y="2654936"/>
            <a:ext cx="2755489" cy="2755489"/>
          </a:xfrm>
          <a:custGeom>
            <a:avLst/>
            <a:gdLst/>
            <a:ahLst/>
            <a:cxnLst/>
            <a:rect r="r" b="b" t="t" l="l"/>
            <a:pathLst>
              <a:path h="2755489" w="2755489">
                <a:moveTo>
                  <a:pt x="0" y="0"/>
                </a:moveTo>
                <a:lnTo>
                  <a:pt x="2755489" y="0"/>
                </a:lnTo>
                <a:lnTo>
                  <a:pt x="2755489" y="2755489"/>
                </a:lnTo>
                <a:lnTo>
                  <a:pt x="0" y="27554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5400000">
            <a:off x="-952288" y="3624174"/>
            <a:ext cx="4421841" cy="2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EFFORTLESS TRAFFIC PLANNING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78719" y="5478053"/>
            <a:ext cx="3728040" cy="396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sz="3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 YONG LAM</a:t>
            </a:r>
          </a:p>
          <a:p>
            <a:pPr algn="l">
              <a:lnSpc>
                <a:spcPts val="5306"/>
              </a:lnSpc>
            </a:pPr>
            <a:r>
              <a:rPr lang="en-US" sz="3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AHMED NOUICER</a:t>
            </a:r>
          </a:p>
          <a:p>
            <a:pPr algn="l">
              <a:lnSpc>
                <a:spcPts val="5306"/>
              </a:lnSpc>
            </a:pPr>
            <a:r>
              <a:rPr lang="en-US" sz="3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KAIHAN SABA</a:t>
            </a:r>
          </a:p>
          <a:p>
            <a:pPr algn="l">
              <a:lnSpc>
                <a:spcPts val="5306"/>
              </a:lnSpc>
            </a:pPr>
            <a:r>
              <a:rPr lang="en-US" sz="3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IVANA GUZMAN</a:t>
            </a:r>
          </a:p>
          <a:p>
            <a:pPr algn="l">
              <a:lnSpc>
                <a:spcPts val="5306"/>
              </a:lnSpc>
            </a:pPr>
            <a:r>
              <a:rPr lang="en-US" sz="3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ZACHARY HOOSER</a:t>
            </a:r>
          </a:p>
          <a:p>
            <a:pPr algn="l">
              <a:lnSpc>
                <a:spcPts val="5306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TAN KAYA EROL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DAG6CQInLgE</dc:identifier>
  <dcterms:modified xsi:type="dcterms:W3CDTF">2011-08-01T06:04:30Z</dcterms:modified>
  <cp:revision>1</cp:revision>
  <dc:title>Yellow and Black Gradient Minimalist Startup Pitch Deck Presentation</dc:title>
</cp:coreProperties>
</file>